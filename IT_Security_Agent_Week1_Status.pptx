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263A8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2743200" cy="2743200"/>
          </a:xfrm>
          <a:prstGeom prst="ellipse">
            <a:avLst/>
          </a:prstGeom>
          <a:solidFill>
            <a:srgbClr val="263A8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STATUS MEETING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Security 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detection from software images &amp; SBOMs, powered by NVD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 Data Ethics  |  Simon Geschwill  |  SS2026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 that scans for vulnerabilities in a project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NVD (National Vulnerability Database) feeds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pictures of software / SBOMs (Software Bill of Materials)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built “responsibly”: data analysis, risk assessment, fairness/robustness thinking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1945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Jupyter Notebook containing the working agent, data analysis, risk assessment, an XAI-based model explanation, and a Pseudo-Model Card.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criteria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41605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 •  Performance  •  Responsibility  •  Presentation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— Responsible AI &amp; Data Ethics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GOAL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Understanding: The NVD Feed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NVD publishes CVE records: standardized vulnerability entries with ID, description, severity.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fields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CVE-ID, CVSS score (severity 0–10), CPE (affected product/version strings), references, published/modified dates.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75904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fits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75904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strings let us match a scanned software component to known vulnerabilities — the core lookup logic for our agent.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— Responsible AI &amp; Data Ethics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GOAL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Data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155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CVSS severity scores across the feed (are most CVEs low/medium/critical?)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check: which software vendors/products are well-represented vs. sparse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Freshness: how current is the feed — are recent CVEs (last 6–12 months) included?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parsing: extract component name + version, normalize to CPE format for matching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input: OCR / vision model to read package names &amp; versions off screenshots of software (e.g. “About” dialogs, dependency lists)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— Responsible AI &amp; Data Ethics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GOAL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7432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 / SBOM)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0" y="3154680"/>
            <a:ext cx="320040" cy="365760"/>
          </a:xfrm>
          <a:prstGeom prst="rightArrow">
            <a:avLst/>
          </a:prstGeom>
          <a:solidFill>
            <a:srgbClr val="6E6E80"/>
          </a:solidFill>
          <a:ln/>
        </p:spPr>
      </p:sp>
      <p:sp>
        <p:nvSpPr>
          <p:cNvPr id="7" name="Shape 5"/>
          <p:cNvSpPr/>
          <p:nvPr/>
        </p:nvSpPr>
        <p:spPr>
          <a:xfrm>
            <a:off x="2880360" y="27432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27432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(OCR / SBOM reader)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92040" y="3154680"/>
            <a:ext cx="320040" cy="365760"/>
          </a:xfrm>
          <a:prstGeom prst="rightArrow">
            <a:avLst/>
          </a:prstGeom>
          <a:solidFill>
            <a:srgbClr val="6E6E80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0" y="27432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27432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CPE strings)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23760" y="3154680"/>
            <a:ext cx="320040" cy="365760"/>
          </a:xfrm>
          <a:prstGeom prst="rightArrow">
            <a:avLst/>
          </a:prstGeom>
          <a:solidFill>
            <a:srgbClr val="6E6E80"/>
          </a:solidFill>
          <a:ln/>
        </p:spPr>
      </p:sp>
      <p:sp>
        <p:nvSpPr>
          <p:cNvPr id="13" name="Shape 11"/>
          <p:cNvSpPr/>
          <p:nvPr/>
        </p:nvSpPr>
        <p:spPr>
          <a:xfrm>
            <a:off x="7543800" y="27432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27432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Matcher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(lookup CVEs)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555480" y="3154680"/>
            <a:ext cx="320040" cy="365760"/>
          </a:xfrm>
          <a:prstGeom prst="rightArrow">
            <a:avLst/>
          </a:prstGeom>
          <a:solidFill>
            <a:srgbClr val="6E6E80"/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27432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27432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(severity + fixes)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loop: retrieve → reason over matched CVEs → explain severity → (optionally) suggest remediation, using an LLM on top of the matcher.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2578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design question: rule-based CPE matching vs. embedding-based fuzzy matching for messy/incomplete software names — to be decided after data analysis.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— Responsible AI &amp; Data Ethics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GOAL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3152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0" y="16002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vulnerability-scanning agent is generally a limited-risk / supporting tool, not high-risk (no biometric, credit, employment, or law-enforcement use). Still: transparency about AI involvement and documentation of the system are good practice.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73152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31089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personal-data exposure if we only process software metadata (package names, versions). Risk arises only if screenshots/SBOMs incidentally contain personal data (e.g. usernames in file paths) — flag and minimize this.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73152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17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Responsible-AI angle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4617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duty is accuracy &amp; transparency: false negatives (missed CVEs) create real security risk. Model card should state coverage limits, feed freshness, and known blind spots.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— Responsible AI &amp; Data Ethics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263A8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&amp; inspected NVD feed structure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Sketched pipeline architecture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regulatory read (AI Act / GDPR)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matching is brittle with messy version strings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reliability on real-world software screenshots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size / update frequency vs. compute budget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(Week 2)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baseline matcher (rule-based CPE lookup)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risk analysis: false negative / false positive impact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matching “fairness” across vendors (no systematic blind spots)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Pseudo-Model Card draft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Security Agent - Week 1 Status</dc:title>
  <dc:subject>PptxGenJS Presentation</dc:subject>
  <dc:creator>Team</dc:creator>
  <cp:lastModifiedBy>Team</cp:lastModifiedBy>
  <cp:revision>1</cp:revision>
  <dcterms:created xsi:type="dcterms:W3CDTF">2026-07-03T12:02:35Z</dcterms:created>
  <dcterms:modified xsi:type="dcterms:W3CDTF">2026-07-03T12:02:35Z</dcterms:modified>
</cp:coreProperties>
</file>