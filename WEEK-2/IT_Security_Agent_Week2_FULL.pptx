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'Last week we built a scanner that finds known vulnerabilities. This week it learned three kinds of judgment: how sure it is, what to fix first, and whether it treats every vendor fairly.' Pause on the title. Don't read the subtitle verbatim — paraphrase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through the three required goals quickly — about 15 seconds. Then slow down for the additions we made beyond the brief. Say the KEV/EPSS line and the 66-to-0 line with emphasis — those are the two takeaways worth remembering.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'A matcher fires yes or no. A model gives a score you can rank, threshold, and evaluate.' Walk the four signals quickly — the point is they're all inspectable, not magic. Then land the routing: 'the score isn't decoration — it decides whether the model acts on its own or hands off to a human.' That's the responsible-AI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punchline slowly: 'Both critical on paper. But only one is being actively exploited — that's the one you patch tonight.' Then the alert-fatigue line. This shows the tool reflects how real security operations prioritise, not just theoretical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harm first, THEN show the chart. 'A missed vulnerability is a real exposure. So the fairness question isn't abstract — does our tool protect a Linux shop as well as it protects a Microsoft shop?' Point at Linux: 34%. Let that land before the next slide delivers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three numbers like a drumbeat: '66 points of bias... zero after the fix... and here's what's still open.' The equity-fix reframe is the headline insight. Then the honest caveat — naming the residual weakness is what makes the result credible. Do not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'Rather than just describe the model, we measured it.' Then the three numbers. Crucial: immediately give the scope — labels from NVD, 25 targeted cases. Stating the limitation yourself, before anyone asks, is what makes a perfect score believable rather than suspicious. Leading with the caveat reads as rigour.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checks, both closing your own open questions — that's the story. Left: 'we said the fallback might add noise; we measured it; it didn't — zero false positives per vendor.' Right: the calibration curve, and IMMEDIATELY say 'early signal, small samples' — point at the n= labels. Never claim the calibration is precise. Owning that limit is the sophisticated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six rows. Say: 'Every risk here has a status tied to a measured number, not a guess.' Then highlight the contrast: the green 'mitigated' rows are done; the amber and grey are honestly open — especially the fallback false-positive rate, which is our top Week 3 task. Owning the open risks reads as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command. Three columns: what we built, what is honestly still open, what is next. The middle column is the credibility — showing the gaps openly. End on: 'Week 2 gave the agent judgment. Week 3 makes that judgment explainable and tested.' Then stop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7A1F3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7568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971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STATUS REVIEW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IT Security Agent Learns Judgment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" y="4343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matcher that finds flaws → to a model that scores confidence, ranks by real-world risk, and treats every vendor fairly.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Data Ethics  ·  SS2026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Required Goals — and Where We Went Deeper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matcher into a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confidence-scored, evaluable model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33672" y="14173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62272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462272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where every risk's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grounded in a real number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64424" y="14173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93024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analysis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93024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detection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who made the software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337560"/>
            <a:ext cx="11155680" cy="2651760"/>
          </a:xfrm>
          <a:prstGeom prst="roundRect">
            <a:avLst>
              <a:gd name="adj" fmla="val 275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6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Where we went beyond the brief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868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 prioritization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KEV + EPSS: severity ≠ priority. We rank by what's actually being exploited.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4453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as an equity fix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reframed a coverage patch as a measured fix for vendor bias — 66pp → 0pp.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9286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routing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 / SUGGEST / FLAG — the model knows when to defer to a human.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54041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residual risk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name what's still unmeasured instead of overselling the result.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 · BASELINE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Matcher Fires Yes/No. A Model Gives a Score.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the deterministic matcher into an evaluable model with a transparent, four-signal confidence score — no black box, every term inspectable.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path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+ range is stricter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fallback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0.40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0128" y="1920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93008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specificity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93008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pin &gt; bounded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&gt; wildcard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93008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17336" y="1920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0216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source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parse beats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screenshot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0216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0.20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924544" y="1920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07424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known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07424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vendor cuts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hits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07424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0.15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3749040"/>
            <a:ext cx="11155680" cy="2194560"/>
          </a:xfrm>
          <a:prstGeom prst="roundRect">
            <a:avLst>
              <a:gd name="adj" fmla="val 3333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724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 decides who acts — model or human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68680" y="4526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68680" y="4983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0.75 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480560" y="4526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6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480560" y="4983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– 0.75 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92440" y="4526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9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8092440" y="4983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0.50   </a:t>
            </a:r>
            <a:pPr indent="0" marL="0"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must review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· THREAT INTEL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Is Not Priority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says how bad a flaw is in theory. KEV and EPSS say whether it's actually being exploited right now. The agent ranks by real-world risk.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11155680" cy="502920"/>
          </a:xfrm>
          <a:prstGeom prst="roundRect">
            <a:avLst>
              <a:gd name="adj" fmla="val 9091"/>
            </a:avLst>
          </a:prstGeom>
          <a:solidFill>
            <a:srgbClr val="7A1F3D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2628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KEV?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23544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2542032"/>
            <a:ext cx="11155680" cy="566928"/>
          </a:xfrm>
          <a:prstGeom prst="rect">
            <a:avLst/>
          </a:prstGeom>
          <a:solidFill>
            <a:srgbClr val="F4F1F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5420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CVE-2021-44228  (Log4Shell)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26280" y="25420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 CRITICAL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25420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254203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35440" y="25420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2920" y="3163824"/>
            <a:ext cx="11155680" cy="566928"/>
          </a:xfrm>
          <a:prstGeom prst="rect">
            <a:avLst/>
          </a:prstGeom>
          <a:solidFill>
            <a:srgbClr val="F4F1F2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1638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CVE-2022-0778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26280" y="31638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 HIGH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31638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0" y="31638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235440" y="31638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02920" y="416052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" y="4343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severe on paper.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one is on the KEV list with a 94th-percentile exploit probability — that's the one you patch tonight.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severity-only agent treats them as equal — and buries the real threat under alert fatigue.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3 · FAIRNESS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Detection Depend on Who Made the Software?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security tool, unfairness has a specific shape: </a:t>
            </a:r>
            <a:pPr indent="0" marL="0">
              <a:buNone/>
            </a:pPr>
            <a:r>
              <a:rPr lang="en-US" sz="1500" b="1" dirty="0">
                <a:solidFill>
                  <a:srgbClr val="5C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blind spot for certain vendors.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CVE is a real exposure. If misses cluster on particular vendors, the tool protects some users better than others — that is the harm we measured.</a:t>
            </a:r>
            <a:endParaRPr lang="en-US" sz="1400" dirty="0"/>
          </a:p>
        </p:txBody>
      </p:sp>
      <p:pic>
        <p:nvPicPr>
          <p:cNvPr id="8" name="Image 1" descr="fair_cha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34440" y="2423160"/>
            <a:ext cx="7680960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098280" y="26517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2811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2811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per-vendor recall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28116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 vendor's CVEs the agent can detect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098280" y="42976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28116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281160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9281160" y="5303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CPE-only recall vs ~100% for Google &amp; Microsoft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3 · FAIRNESS RESULT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Fallback Matcher Is an Equity Fix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C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920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66.0 pp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spread across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vendors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33672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33672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33672" y="1920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pp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4233672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after the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matcher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964424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964424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DATA SKEW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64424" y="1920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A9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0.753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7964424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CVE-count Gini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(391 vendors)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" y="3931920"/>
            <a:ext cx="11155680" cy="2011680"/>
          </a:xfrm>
          <a:prstGeom prst="roundRect">
            <a:avLst>
              <a:gd name="adj" fmla="val 3636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114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framed the fallback as a coverage patch. Measured as fairness, it collapses the per-vendor gap from 66 points to zero — an equity fix, not just more coverage.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now fair, but data representation is not (Gini stays high), and the fallback's false-positive rate per vendor is not yet measured. The fix may not be free.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·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Assert the Model Works — We Measured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assert the model works, we built a labeled evaluation set — 25 cases probing real failure modes — and measured precision, recall, and false-positive rate against known ground truth.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flags, it's right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33672" y="1965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33672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33672" y="2395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233672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vuln missed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64424" y="19659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64424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64424" y="2395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7964424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</a:t>
            </a:r>
            <a:endParaRPr lang="en-US" sz="1350" dirty="0"/>
          </a:p>
        </p:txBody>
      </p:sp>
      <p:pic>
        <p:nvPicPr>
          <p:cNvPr id="18" name="Image 0" descr="confusion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114800"/>
            <a:ext cx="4206240" cy="1920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394960" y="4160520"/>
            <a:ext cx="6263640" cy="1828800"/>
          </a:xfrm>
          <a:prstGeom prst="roundRect">
            <a:avLst>
              <a:gd name="adj" fmla="val 4000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43159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honesty that makes it credible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0" y="4681728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from NVD itself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test whether our matcher rediscovers ground truth, not whether we can guess it.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cases = a targeted probe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 specific failure modes (messy names, wrong vendors, out-of-range versions), not a representative sample.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TWO DEEPER CHECKS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Our Own Open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Did the fairness fix add noise?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matcher uses looser matching. We measured false positives per vendor — before assuming the fix was free.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4F1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across every vendor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gained without a precision cost.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closes the caveat we raised on the fairness slide. The equity fix is measurably clean on this set.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2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Does the confidence mean anything?</a:t>
            </a:r>
            <a:endParaRPr lang="en-US" sz="1700" dirty="0"/>
          </a:p>
        </p:txBody>
      </p:sp>
      <p:pic>
        <p:nvPicPr>
          <p:cNvPr id="13" name="Image 0" descr="calib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783080"/>
            <a:ext cx="4023360" cy="3840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2200" y="5532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says 0.9, it's right ~100% of the time — so the AUTO band is safe. Reported as an early signal: small per-bin counts, tighter curve is a Week-3 task.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C1A3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 · RISK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16152" y="621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Risk Grounded in a Real Number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55680" cy="713232"/>
          </a:xfrm>
          <a:prstGeom prst="rect">
            <a:avLst/>
          </a:prstGeom>
          <a:solidFill>
            <a:srgbClr val="F4F1F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173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— vendor blind spot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59105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15910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49440" y="141732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closes the recall gap to ~0 pp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2167128"/>
            <a:ext cx="11155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1671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Severity-only prioritization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0" y="2340864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3408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216712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KEV/EPSS promotes actively-exploited CVEs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2916936"/>
            <a:ext cx="11155680" cy="713232"/>
          </a:xfrm>
          <a:prstGeom prst="rect">
            <a:avLst/>
          </a:prstGeom>
          <a:solidFill>
            <a:srgbClr val="F4F1F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9169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 — 'no match = safe'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0" y="30906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0" y="3090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49440" y="291693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routes to human FLAG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3666744"/>
            <a:ext cx="11155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6667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from loose fallback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A83A5B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49440" y="366674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per-vendor FP rate not yet measured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4416552"/>
            <a:ext cx="11155680" cy="713232"/>
          </a:xfrm>
          <a:prstGeom prst="rect">
            <a:avLst/>
          </a:prstGeom>
          <a:solidFill>
            <a:srgbClr val="F4F1F2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41655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screenshot extraction error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0" y="459028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9199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0" y="4590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949440" y="441655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already down-weights OCR source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02920" y="5166360"/>
            <a:ext cx="11155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51663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threat intel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0" y="534009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8A9199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0" y="53400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49440" y="51663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feed refresh; timestamp in audit log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Agent · Week 2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WEEK 2 LANDS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with judgment — and the honesty to show its limits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6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baseline model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KEV/EPSS risk prioritization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audit: 66pp → 0pp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+ audit trail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6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Honestly open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34840" y="2743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false-positive rate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weights uncalibrated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 still skewed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6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next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2743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per-signal attribution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on labeled matches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to ≥80%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analyze the model with XAI, calibrate confidence, and push test coverage to 80%.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IT Security Agent</dc:title>
  <dc:subject>PptxGenJS Presentation</dc:subject>
  <dc:creator>IT Security Agent Team</dc:creator>
  <cp:lastModifiedBy>IT Security Agent Team</cp:lastModifiedBy>
  <cp:revision>1</cp:revision>
  <dcterms:created xsi:type="dcterms:W3CDTF">2026-07-10T09:05:19Z</dcterms:created>
  <dcterms:modified xsi:type="dcterms:W3CDTF">2026-07-10T09:05:19Z</dcterms:modified>
</cp:coreProperties>
</file>